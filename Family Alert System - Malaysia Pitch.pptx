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698480" cy="71323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3600" b="0" i="0" u="none">
                <a:solidFill>
                  <a:srgbClr val="FFFFFF"/>
                </a:solidFill>
              </a:rPr>
              <a:t>Family Alert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98480" cy="60655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</a:rPr>
              <a:t>A Simple Solution for Malaysian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6784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Using AI to build practical tools for everyday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376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Open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968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Mobile Friendly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9560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Bilingual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71519"/>
            <a:ext cx="10698480" cy="60655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</a:rPr>
              <a:t>Local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9636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WhatsApp Overload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1452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Daily coordination relies on WhatsApp groups that get buried under spam, forwarded videos, and memes.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9044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Missed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0860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Parents worry about children not checking messages or missing important updates.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8452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Complex 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0268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Many families want lightweight, practical tools without complex apps or subscriptions.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57860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Time Sensitivity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709676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Simple alerts like "Food ready" or "Dad arrived at school" need immediate attention.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7472680"/>
            <a:ext cx="10698480" cy="60655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809752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Simple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861568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Send short messages with emoji + sound for immediate attention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899160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GitHub Pages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950976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Free hosting, easy to fork, no backend required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988568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ntfy 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1040384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Instant delivery across devices with push 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1077976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Designed for Malaysian Families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11297920"/>
            <a:ext cx="10698480" cy="64211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Bilingual alerts (English + Bahasa Melayu) with culturally relevant use cases that fit Malaysian daily routines.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11958320"/>
            <a:ext cx="10698480" cy="60655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</a:rPr>
              <a:t>Local Use Cases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1258316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Family Coordination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1310132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"🚗 Ayah sampai, keluar sekarang"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1347724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"🍲 Makanan dah siap, turun bawah"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1385316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Home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1437132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"🌧️ Hujan datang, angkat baju kat balkoni"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14747239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"⚡ Bekalan elektrik terputus, semak fius"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15123159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School Activities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15641319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"📚 Kerja sekolah belum siap, buat sekarang"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1601724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"🚌 Bas sekolah sampai 5 minit lagi"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1639316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Community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1691132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"🕌 Azan Maghrib, jom solat berjemaah"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1728724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"🛒 Pasar malam buka, jom pergi sama-sama"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17663160"/>
            <a:ext cx="10698480" cy="60655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1828800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Emoji + Message + Sound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1880616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Short alerts with visual emoji, concise message, and attention-grabbing sound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1918208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Push Notifications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1970024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Instant delivery via ntfy on mobile app or browser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2007616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Open Access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2059432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No authentication needed, simple and immediate access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2097024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Privacy First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2148840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Alerts disappear after being read, no logging or history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2186432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Unique Channels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2238248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Separate channel for each sender/receiver pair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2275840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Bilingual Support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2327656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Simple English + friendly Bahasa Melayu phrases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23652480"/>
            <a:ext cx="10698480" cy="60655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</a:rPr>
              <a:t>Technical Highlights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2427732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Pure Frontend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2479548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Built with HTML, CSS, and JavaScript only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2517140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No backend required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2554732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No databases needed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2592324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ntfy API Integration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2644140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Uses ntfy for sending and receiving alerts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" y="2681732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Instant push notifications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2719324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Cross-platform support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2756916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Easy Customization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2808732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Simple to modify for specific needs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2846324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Edit topics and buttons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2883916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Customize alert messages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" y="2921508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Deploy instantly with free hosting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" y="2959100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One-click deployment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" y="2996692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Automatic HTTPS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30342840"/>
            <a:ext cx="10698480" cy="60655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</a:rPr>
              <a:t>Benefits for Malaysia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" y="3096768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Fast Setup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" y="3148584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Build and deploy in under 20 minutes with minimal technical knowledge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" y="3186176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Forkable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" y="3237992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Families can adapt the system for their own specific needs and preferences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" y="3275584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Lightweight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" y="3327400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Works on any device with ntfy app or browser, no heavy installations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" y="3364992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Accessible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" y="3416808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Open-source, free, and simple to maintain for long-term use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" y="3454400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Local Relevance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960" y="35062160"/>
            <a:ext cx="10698480" cy="64211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Supports bilingual alerts (English + Bahasa Melayu) and fits perfectly with Malaysian daily routines and cultural context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2960" y="35722560"/>
            <a:ext cx="10698480" cy="60655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</a:rPr>
              <a:t>Learning Goal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2960" y="3634740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AI-Assisted Development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" y="3686556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Encourage Malaysians to learn how to build simple web tools using AI assistance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" y="3724148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Hands-On Learning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" y="3775964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Families, students, and communities can fork the repo, customize, and deploy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2960" y="3813556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Open-Source Skills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960" y="3865372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Builds confidence in open-source development and version control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2960" y="3902964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Practical Experience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60" y="3954780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AI helps generate code, UI, and documentation for a complete learning experience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2960" y="3992372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Learning Journey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2960" y="4044188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Fork Repo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2960" y="4081780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Customize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2960" y="4119372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Deploy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2960" y="4156964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Share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2960" y="41945560"/>
            <a:ext cx="10698480" cy="60655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</a:rPr>
              <a:t>Vision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2960" y="4257040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Simpler Communication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2960" y="4308856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Make everyday family communication simpler and friendlier in Malaysia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2960" y="4346448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Open-Source Community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2960" y="4398264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Encourage open-source communities to fork, remix, and share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2960" y="44358560"/>
            <a:ext cx="10698480" cy="49987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</a:rPr>
              <a:t>Future Extensions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2960" y="44876720"/>
            <a:ext cx="10698480" cy="42875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000" b="0" i="0" u="none">
                <a:solidFill>
                  <a:srgbClr val="FFFFFF"/>
                </a:solidFill>
              </a:rPr>
              <a:t>Multi-Language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22960" y="4532376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Support for Mandarin, Tamil, and other local languages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2960" y="45699680"/>
            <a:ext cx="10698480" cy="42875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000" b="0" i="0" u="none">
                <a:solidFill>
                  <a:srgbClr val="FFFFFF"/>
                </a:solidFill>
              </a:rPr>
              <a:t>Smart Alerts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2960" y="4614672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Weather, traffic, and prayer time notifications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22960" y="46522640"/>
            <a:ext cx="10698480" cy="42875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2000" b="0" i="0" u="none">
                <a:solidFill>
                  <a:srgbClr val="FFFFFF"/>
                </a:solidFill>
              </a:rPr>
              <a:t>IoT Integration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2960" y="4696968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Connect with local IoT devices for home automation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2960" y="47345600"/>
            <a:ext cx="10698480" cy="713231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3600" b="0" i="0" u="none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2960" y="4807712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Let's build better communication tools for Malaysian families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2960" y="4845304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github.com/family-alert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4882896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family-alert.github.io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2960" y="4920488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Start building your own Family Alert System today!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22960" y="49580800"/>
            <a:ext cx="10698480" cy="357632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</a:rPr>
              <a:t>Fork, customize, and deploy in under 20 minutes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