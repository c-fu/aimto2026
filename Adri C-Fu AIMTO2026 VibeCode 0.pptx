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59" r:id="rId6"/>
    <p:sldId id="277" r:id="rId7"/>
    <p:sldId id="278" r:id="rId8"/>
  </p:sldIdLst>
  <p:sldSz cx="9144000" cy="5143500" type="screen16x9"/>
  <p:notesSz cx="6858000" cy="9144000"/>
  <p:embeddedFontLst>
    <p:embeddedFont>
      <p:font typeface="Anaheim" panose="020B0604020202020204" charset="0"/>
      <p:regular r:id="rId10"/>
      <p:bold r:id="rId11"/>
    </p:embeddedFont>
    <p:embeddedFont>
      <p:font typeface="Lexend Deca" panose="020B0604020202020204" charset="0"/>
      <p:regular r:id="rId12"/>
      <p:bold r:id="rId13"/>
    </p:embeddedFont>
    <p:embeddedFont>
      <p:font typeface="Lexend Exa" panose="020B0604020202020204" charset="0"/>
      <p:regular r:id="rId14"/>
      <p:bold r:id="rId15"/>
    </p:embeddedFont>
    <p:embeddedFont>
      <p:font typeface="Muli" panose="02000503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ff364015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ff364015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02ef6730c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02ef6730c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s://wa.me/60192586568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mailto:c-fu@homelab.my" TargetMode="Externa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Exa"/>
              <a:buNone/>
              <a:defRPr sz="2500" b="1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naheim"/>
              <a:buChar char="⬡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naheim"/>
              <a:buChar char="∙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naheim"/>
              <a:buChar char="∙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○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■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○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■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39627" y="54777"/>
            <a:ext cx="1159800" cy="11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685800" y="4720875"/>
            <a:ext cx="823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Adri Idzwan Mansor | Managing Director | </a:t>
            </a:r>
            <a:r>
              <a:rPr lang="en" u="sng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11"/>
              </a:rPr>
              <a:t>c-fu@homelab.my</a:t>
            </a: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| +6019 258 6568 | </a:t>
            </a:r>
            <a:r>
              <a:rPr lang="en" u="sng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12"/>
              </a:rPr>
              <a:t>https://wa.me/60192586568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opencode.ai/download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github.com/coreybutler/nvm-window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/>
              <a:t>Code with RM0, the Malaysian way.</a:t>
            </a:r>
            <a:endParaRPr sz="2200" dirty="0"/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2089" y="2097112"/>
            <a:ext cx="1717628" cy="89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4523" y="2994718"/>
            <a:ext cx="778473" cy="911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ctrTitle" idx="4294967295"/>
          </p:nvPr>
        </p:nvSpPr>
        <p:spPr>
          <a:xfrm>
            <a:off x="685800" y="836059"/>
            <a:ext cx="4820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latin typeface="Lexend Exa"/>
                <a:ea typeface="Lexend Exa"/>
                <a:cs typeface="Lexend Exa"/>
                <a:sym typeface="Lexend Exa"/>
              </a:rPr>
              <a:t>://Hello!</a:t>
            </a:r>
            <a:endParaRPr lang="en-US" sz="6400" dirty="0">
              <a:latin typeface="Lexend Exa"/>
              <a:ea typeface="Lexend Exa"/>
              <a:cs typeface="Lexend Exa"/>
              <a:sym typeface="Lexend Exa"/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4294967295"/>
          </p:nvPr>
        </p:nvSpPr>
        <p:spPr>
          <a:xfrm>
            <a:off x="685800" y="1764559"/>
            <a:ext cx="4592782" cy="301879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 am </a:t>
            </a:r>
            <a:r>
              <a:rPr lang="en" b="1" dirty="0"/>
              <a:t>Adri ‘C-Fu’ Idzwan Mansor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 am a man of many hats</a:t>
            </a:r>
            <a:endParaRPr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dirty="0"/>
              <a:t>I am </a:t>
            </a:r>
            <a:r>
              <a:rPr lang="en-US" dirty="0"/>
              <a:t>a </a:t>
            </a:r>
            <a:r>
              <a:rPr lang="it-IT" dirty="0"/>
              <a:t>Data Storage Specialist &amp; SME Consultancy</a:t>
            </a:r>
            <a:endParaRPr dirty="0"/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" dirty="0"/>
              <a:t>I am doing </a:t>
            </a:r>
            <a:r>
              <a:rPr lang="en-US" dirty="0"/>
              <a:t>Natural Disaster Monitoring, Damage Prevention, Assessment &amp; Prediction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/>
              <a:t>I love language – English-As-Code!</a:t>
            </a:r>
            <a:endParaRPr lang="en" dirty="0"/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3">
            <a:alphaModFix/>
          </a:blip>
          <a:srcRect t="16729"/>
          <a:stretch/>
        </p:blipFill>
        <p:spPr>
          <a:xfrm>
            <a:off x="4803775" y="1040850"/>
            <a:ext cx="3676800" cy="30618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  <a:effectLst>
            <a:outerShdw blurRad="257175" dist="57150" dir="5400000" algn="bl" rotWithShape="0">
              <a:schemeClr val="dk1">
                <a:alpha val="50000"/>
              </a:schemeClr>
            </a:outerShdw>
          </a:effectLst>
        </p:spPr>
      </p:pic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ctrTitle"/>
          </p:nvPr>
        </p:nvSpPr>
        <p:spPr>
          <a:xfrm>
            <a:off x="685800" y="281022"/>
            <a:ext cx="5367900" cy="38575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://the_goal</a:t>
            </a:r>
            <a:endParaRPr sz="2600" dirty="0"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1"/>
          </p:nvPr>
        </p:nvSpPr>
        <p:spPr>
          <a:xfrm>
            <a:off x="685800" y="789709"/>
            <a:ext cx="4636134" cy="29113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Become an AI polyglot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Model-agnostic practitioner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Sovereign AI operator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ORCHESTRATION ARCHITECT</a:t>
            </a: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://checklist</a:t>
            </a:r>
            <a:endParaRPr dirty="0"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E181B-56BC-76D7-A218-E25F7B3A4A48}"/>
              </a:ext>
            </a:extLst>
          </p:cNvPr>
          <p:cNvSpPr txBox="1"/>
          <p:nvPr/>
        </p:nvSpPr>
        <p:spPr>
          <a:xfrm>
            <a:off x="580550" y="1205345"/>
            <a:ext cx="39083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</a:rPr>
              <a:t>OpenCode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 - 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https://opencode.ai/download</a:t>
            </a:r>
            <a:endParaRPr lang="en-US" dirty="0">
              <a:solidFill>
                <a:schemeClr val="bg1"/>
              </a:solidFill>
              <a:latin typeface="Lexend Exa" panose="020B0604020202020204" charset="0"/>
            </a:endParaRP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</a:rPr>
              <a:t>WinGet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 – Windows 11, Windows 10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NVM, </a:t>
            </a: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</a:rPr>
              <a:t>npx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</a:rPr>
              <a:t>npm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, node</a:t>
            </a:r>
          </a:p>
          <a:p>
            <a:pPr marL="342900" indent="-342900"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</a:rPr>
              <a:t>gsd-opencode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 </a:t>
            </a:r>
          </a:p>
          <a:p>
            <a:pPr lvl="4"/>
            <a:r>
              <a:rPr lang="en-US" dirty="0">
                <a:solidFill>
                  <a:srgbClr val="FFFFFF"/>
                </a:solidFill>
                <a:latin typeface="Lexend Exa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https://github.com/coreybutler/nvm-windows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dirty="0">
              <a:solidFill>
                <a:schemeClr val="bg1"/>
              </a:solidFill>
              <a:latin typeface="Lexend Exa" panose="020B0604020202020204" charset="0"/>
            </a:endParaRPr>
          </a:p>
          <a:p>
            <a:pPr lvl="4"/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--Or--</a:t>
            </a:r>
          </a:p>
          <a:p>
            <a:pPr lvl="4"/>
            <a:r>
              <a:rPr lang="en-US" dirty="0" err="1">
                <a:solidFill>
                  <a:srgbClr val="FFFF00"/>
                </a:solidFill>
                <a:latin typeface="Lexend Exa" panose="020B0604020202020204" charset="0"/>
                <a:cs typeface="0xProto Nerd Font Mono" panose="02000009000000000000" pitchFamily="49" charset="0"/>
              </a:rPr>
              <a:t>winget</a:t>
            </a:r>
            <a:r>
              <a:rPr lang="en-US" dirty="0">
                <a:solidFill>
                  <a:schemeClr val="bg1"/>
                </a:solidFill>
                <a:latin typeface="Lexend Exa" panose="020B0604020202020204" charset="0"/>
                <a:cs typeface="0xProto Nerd Font Mono" panose="02000009000000000000" pitchFamily="49" charset="0"/>
              </a:rPr>
              <a:t> install -e --id </a:t>
            </a:r>
            <a:r>
              <a:rPr lang="en-US" dirty="0" err="1">
                <a:solidFill>
                  <a:schemeClr val="bg1"/>
                </a:solidFill>
                <a:latin typeface="Lexend Exa" panose="020B0604020202020204" charset="0"/>
                <a:cs typeface="0xProto Nerd Font Mono" panose="02000009000000000000" pitchFamily="49" charset="0"/>
              </a:rPr>
              <a:t>CoreyButler.NVMforWindows</a:t>
            </a:r>
            <a:endParaRPr lang="en-US" dirty="0">
              <a:solidFill>
                <a:schemeClr val="bg1"/>
              </a:solidFill>
              <a:latin typeface="Lexend Exa" panose="020B0604020202020204" charset="0"/>
              <a:cs typeface="0xProto Nerd Font Mono" panose="02000009000000000000" pitchFamily="49" charset="0"/>
            </a:endParaRPr>
          </a:p>
          <a:p>
            <a:pPr lvl="4"/>
            <a:endParaRPr lang="en-US" dirty="0">
              <a:solidFill>
                <a:schemeClr val="bg1"/>
              </a:solidFill>
              <a:latin typeface="Lexend Exa" panose="020B0604020202020204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Microsoft Copilot (Or Gemini)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  <a:latin typeface="Lexend Exa" panose="020B060402020202020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Lexend Exa" panose="020B0604020202020204" charset="0"/>
              </a:rPr>
              <a:t>TOTAL COST: RM0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  <a:latin typeface="Lexend Exa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98EB1-9618-4838-C473-5395C2AD6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329" y="82788"/>
            <a:ext cx="3451955" cy="1103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4B1065-75A1-7B18-CE0B-9EAAA9302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05345"/>
            <a:ext cx="4457284" cy="891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80FE5-B290-B0D6-0260-9821755477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751" y="2138965"/>
            <a:ext cx="2853533" cy="2610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D27DBD-2D76-D8FE-A657-0F50591799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81" y="3248891"/>
            <a:ext cx="1750397" cy="1500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580549" y="205975"/>
            <a:ext cx="7164141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://recap_of_yesterday’s_speedrun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B92628-943A-5980-CA6F-7A2A032CF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073" y="1317434"/>
            <a:ext cx="2559211" cy="3432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4D9061-3D40-73D0-B70F-018A621F4D3D}"/>
              </a:ext>
            </a:extLst>
          </p:cNvPr>
          <p:cNvSpPr txBox="1"/>
          <p:nvPr/>
        </p:nvSpPr>
        <p:spPr>
          <a:xfrm>
            <a:off x="955964" y="1640275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exend Exa" panose="020B0604020202020204" charset="0"/>
                <a:cs typeface="Arial" panose="020B0604020202020204" pitchFamily="34" charset="0"/>
              </a:rPr>
              <a:t>https://github.com/C-Fu/aimto2026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68DFC-C41D-AE48-1BB2-29AB87847940}"/>
              </a:ext>
            </a:extLst>
          </p:cNvPr>
          <p:cNvSpPr txBox="1"/>
          <p:nvPr/>
        </p:nvSpPr>
        <p:spPr>
          <a:xfrm>
            <a:off x="955964" y="2571750"/>
            <a:ext cx="5195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exend Exa" panose="020B0604020202020204" charset="0"/>
                <a:cs typeface="Arial" panose="020B0604020202020204" pitchFamily="34" charset="0"/>
              </a:rPr>
              <a:t>https://c-fu.github.io/aimto2026/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C0A85-E266-DBF2-573A-D30C5640B427}"/>
              </a:ext>
            </a:extLst>
          </p:cNvPr>
          <p:cNvSpPr txBox="1"/>
          <p:nvPr/>
        </p:nvSpPr>
        <p:spPr>
          <a:xfrm>
            <a:off x="955964" y="34532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exend Exa" panose="020B0604020202020204" charset="0"/>
              </a:rPr>
              <a:t>https://jomqr.my/c_fu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341750"/>
            <a:ext cx="3617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Need More Convincing?</a:t>
            </a:r>
            <a:endParaRPr sz="3200"/>
          </a:p>
        </p:txBody>
      </p:sp>
      <p:sp>
        <p:nvSpPr>
          <p:cNvPr id="341" name="Google Shape;341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302047"/>
            <a:ext cx="3617400" cy="14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latin typeface="Muli"/>
                <a:ea typeface="Muli"/>
                <a:cs typeface="Muli"/>
                <a:sym typeface="Muli"/>
              </a:rPr>
              <a:t>Schedule a t</a:t>
            </a:r>
            <a:r>
              <a:rPr lang="en-US" b="1" dirty="0">
                <a:latin typeface="Muli"/>
                <a:ea typeface="Muli"/>
                <a:cs typeface="Muli"/>
                <a:sym typeface="Muli"/>
              </a:rPr>
              <a:t>he</a:t>
            </a:r>
            <a:r>
              <a:rPr lang="en" b="1" dirty="0">
                <a:latin typeface="Muli"/>
                <a:ea typeface="Muli"/>
                <a:cs typeface="Muli"/>
                <a:sym typeface="Muli"/>
              </a:rPr>
              <a:t> tarik session!</a:t>
            </a:r>
            <a:endParaRPr sz="1800" b="1" dirty="0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dirty="0"/>
              <a:t>You can find </a:t>
            </a:r>
            <a:r>
              <a:rPr lang="en" dirty="0"/>
              <a:t>us </a:t>
            </a:r>
            <a:r>
              <a:rPr lang="en" sz="1800" dirty="0"/>
              <a:t>at: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Ampang, Selangor/Gebeng, Pahang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c-fu@homelab.my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     +6019-258-6568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/>
              <a:t>J</a:t>
            </a:r>
            <a:r>
              <a:rPr lang="en" sz="1800" b="1" dirty="0"/>
              <a:t>omqr.my/c_fu</a:t>
            </a:r>
            <a:endParaRPr sz="1800" b="1" dirty="0"/>
          </a:p>
        </p:txBody>
      </p:sp>
      <p:pic>
        <p:nvPicPr>
          <p:cNvPr id="342" name="Google Shape;3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900" y="2681025"/>
            <a:ext cx="3171324" cy="18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014" y="1914980"/>
            <a:ext cx="548700" cy="15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909" y="581600"/>
            <a:ext cx="1279700" cy="14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04" y="3961609"/>
            <a:ext cx="314600" cy="3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10859F-5539-B4A2-78D8-3A51D547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182" y="1191676"/>
            <a:ext cx="4274008" cy="3549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93F2D1-B6DA-BFEE-459F-3E00AAE66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3" y="249197"/>
            <a:ext cx="3812415" cy="4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27350"/>
      </p:ext>
    </p:extLst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On-screen Show (16:9)</PresentationFormat>
  <Paragraphs>41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Lexend Exa</vt:lpstr>
      <vt:lpstr>Arial</vt:lpstr>
      <vt:lpstr>Muli</vt:lpstr>
      <vt:lpstr>Lexend Deca</vt:lpstr>
      <vt:lpstr>Anaheim</vt:lpstr>
      <vt:lpstr>Aliena template</vt:lpstr>
      <vt:lpstr>Code with RM0, the Malaysian way.</vt:lpstr>
      <vt:lpstr>://Hello!</vt:lpstr>
      <vt:lpstr>://the_goal</vt:lpstr>
      <vt:lpstr>://checklist</vt:lpstr>
      <vt:lpstr>://recap_of_yesterday’s_speedrun</vt:lpstr>
      <vt:lpstr>Need More Convincing?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C-Fu</dc:creator>
  <cp:lastModifiedBy>C-Fu Adri Idzwan</cp:lastModifiedBy>
  <cp:revision>2</cp:revision>
  <dcterms:modified xsi:type="dcterms:W3CDTF">2026-08-11T18:50:08Z</dcterms:modified>
</cp:coreProperties>
</file>